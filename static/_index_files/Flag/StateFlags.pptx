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62" r:id="rId5"/>
    <p:sldId id="258" r:id="rId6"/>
    <p:sldId id="259" r:id="rId7"/>
    <p:sldId id="260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000"/>
    <a:srgbClr val="3C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79"/>
    <p:restoredTop sz="94643"/>
  </p:normalViewPr>
  <p:slideViewPr>
    <p:cSldViewPr snapToGrid="0">
      <p:cViewPr varScale="1">
        <p:scale>
          <a:sx n="58" d="100"/>
          <a:sy n="58" d="100"/>
        </p:scale>
        <p:origin x="208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BA0BE-26EA-F3E2-57F9-923DF112D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22C29F-BA46-026E-145A-3F70CE1F8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9E651-AB91-7D62-133B-3E2092291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1779-A0D6-BC4A-B0A6-2769140F18F6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F0F11-23FF-367A-FADE-DE3417E5E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DF886-B232-C4E6-E7C9-41735612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5C7F0-834C-1D4F-A0EC-421F0141A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10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D540-F47F-EB84-78FC-0172F5BF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5AE0-A147-F168-2FD4-E77B0B0E7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DF8FA-3E6E-757E-DB48-54F93FC25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1779-A0D6-BC4A-B0A6-2769140F18F6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60668-5375-202E-2DC3-F84072EA0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8B7BE-5A95-2DE4-6192-742CB2BA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5C7F0-834C-1D4F-A0EC-421F0141A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8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8E216-69DE-B218-8003-33BF3152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3BE58-373F-C00F-F64A-229FB6269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B1512-FE4B-A456-F7E4-9650FA6FF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1779-A0D6-BC4A-B0A6-2769140F18F6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61A6E-FD98-6DB5-7879-73C511FE7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7D9E1-9DE5-CFC3-CF54-BBADF642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5C7F0-834C-1D4F-A0EC-421F0141A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63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E13B-D277-01A2-80AD-D604F7A8C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07516-B6C0-A592-295C-8DF4BE957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0D366-266F-6C69-889A-93C337AE4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3B2A4-9997-14EF-AC85-4228156F2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1779-A0D6-BC4A-B0A6-2769140F18F6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5113A-F512-FE14-8640-B48864AC2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5B8E0-D96F-B41E-F09F-6BE0C5CD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5C7F0-834C-1D4F-A0EC-421F0141A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62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3C448-3448-99D3-2F7B-55BF4E37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58C4A-140B-6C22-5795-FA4860267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BA3A0-9E14-ECB1-3475-ACD6C478C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F4BAC-ADBF-92F2-B62C-50FFD27D3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D36EB1-E4F3-FE39-C50C-DAB6054F4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AE3B14-8456-7CA4-8AC4-60A299545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1779-A0D6-BC4A-B0A6-2769140F18F6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48595B-B7BF-2F80-0680-8BF3028D8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C4C589-F2DD-236E-4B71-CD9EAA0A3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5C7F0-834C-1D4F-A0EC-421F0141A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05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F6728-1068-B342-9C15-67221CEAE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656C6-594E-9F22-AE31-2FD2F887D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1779-A0D6-BC4A-B0A6-2769140F18F6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AB1B3-58D8-CD21-D99A-CFE09215B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4D39F-C13B-9AA2-B4B9-1E9D90B4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5C7F0-834C-1D4F-A0EC-421F0141A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36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B08F13-2F87-C4D2-532A-CACF6422F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1779-A0D6-BC4A-B0A6-2769140F18F6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7AB7BF-0EE1-70D6-90EE-949FB38E7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776CC-7E3C-1667-FB5F-6B4672B61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5C7F0-834C-1D4F-A0EC-421F0141A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74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9840A-AAA5-5D83-766A-3790F3D4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C208E-5F33-2FB7-B813-C2A846B5A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59219-D965-F38C-9EE3-F33ACBBF4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DDFA1-C148-D240-56EA-53886436F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1779-A0D6-BC4A-B0A6-2769140F18F6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1E87F-FF5E-E533-B5C5-BA160AB71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DF652-6893-2D53-C240-72AA0D97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5C7F0-834C-1D4F-A0EC-421F0141A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457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622AF-D24F-426D-599A-441EFFB61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C00378-2D03-1B47-FF3D-43B942856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ED5AA-0164-FF43-84E5-7DE2ACE8A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23EB3-1A7B-5055-E9AE-E04AA0B85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1779-A0D6-BC4A-B0A6-2769140F18F6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42DC4-6269-FC7B-28DE-7EE2E24A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38CBB-9FD9-0BAC-B96C-740E1157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5C7F0-834C-1D4F-A0EC-421F0141A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1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3DBB3-7AD8-CC7E-C7A6-61470357D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AFC07E-08C7-E79A-457B-9708AD11B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2603B-66B3-D1AB-6870-57C6645D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1779-A0D6-BC4A-B0A6-2769140F18F6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CA101-4896-402F-8074-540D391F7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723A7-3400-ABB5-B354-A17DF09E5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5C7F0-834C-1D4F-A0EC-421F0141A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45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C9B79-F73C-4293-C249-4EBB87B493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752AE-14F4-5F8D-5537-C35633E8D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DC9D1-9DA5-7A31-7C01-F05B8A20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1779-A0D6-BC4A-B0A6-2769140F18F6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B43B2-3857-995C-4BEC-3DBCDD321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0BFFC-567F-A954-0A07-0E4BFC603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5C7F0-834C-1D4F-A0EC-421F0141A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36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D362DF-74E2-0FC7-01C9-8450364E6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9C2C1-2877-5A98-AD59-BA85D937A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A3853-EA77-D035-B111-C1CB86EC8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81779-A0D6-BC4A-B0A6-2769140F18F6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3DF92-5354-1856-C266-4A2B876C5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245A4-C591-3C0D-D027-339A22A56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5C7F0-834C-1D4F-A0EC-421F0141A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435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2.wdp"/><Relationship Id="rId3" Type="http://schemas.microsoft.com/office/2007/relationships/hdphoto" Target="../media/hdphoto8.wdp"/><Relationship Id="rId7" Type="http://schemas.microsoft.com/office/2007/relationships/hdphoto" Target="../media/hdphoto1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0.wdp"/><Relationship Id="rId5" Type="http://schemas.microsoft.com/office/2007/relationships/hdphoto" Target="../media/hdphoto9.wdp"/><Relationship Id="rId4" Type="http://schemas.openxmlformats.org/officeDocument/2006/relationships/image" Target="../media/image2.png"/><Relationship Id="rId9" Type="http://schemas.microsoft.com/office/2007/relationships/hdphoto" Target="../media/hdphoto13.wdp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6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5.wdp"/><Relationship Id="rId11" Type="http://schemas.microsoft.com/office/2007/relationships/hdphoto" Target="../media/hdphoto18.wdp"/><Relationship Id="rId5" Type="http://schemas.microsoft.com/office/2007/relationships/hdphoto" Target="../media/hdphoto14.wdp"/><Relationship Id="rId10" Type="http://schemas.microsoft.com/office/2007/relationships/hdphoto" Target="../media/hdphoto17.wdp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1.wdp"/><Relationship Id="rId3" Type="http://schemas.microsoft.com/office/2007/relationships/hdphoto" Target="../media/hdphoto1.wdp"/><Relationship Id="rId7" Type="http://schemas.microsoft.com/office/2007/relationships/hdphoto" Target="../media/hdphoto20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9.wdp"/><Relationship Id="rId10" Type="http://schemas.microsoft.com/office/2007/relationships/hdphoto" Target="../media/hdphoto23.wdp"/><Relationship Id="rId4" Type="http://schemas.openxmlformats.org/officeDocument/2006/relationships/image" Target="../media/image1.png"/><Relationship Id="rId9" Type="http://schemas.microsoft.com/office/2007/relationships/hdphoto" Target="../media/hdphoto22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4FE6-B68E-4A95-5088-8539E993D9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544D3-3F84-4A81-E4D3-CAC93726E4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07A36F-768D-FB70-C4CA-2BF077B006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38" b="89888" l="1587" r="95767">
                        <a14:foregroundMark x1="3175" y1="45318" x2="3704" y2="44195"/>
                        <a14:foregroundMark x1="88360" y1="41573" x2="96296" y2="45318"/>
                        <a14:foregroundMark x1="4233" y1="44195" x2="4762" y2="45693"/>
                        <a14:foregroundMark x1="1771" y1="45709" x2="2116" y2="46442"/>
                        <a14:backgroundMark x1="0" y1="46442" x2="2646" y2="44195"/>
                        <a14:backgroundMark x1="2116" y1="46442" x2="2646" y2="47566"/>
                      </a14:backgroundRemoval>
                    </a14:imgEffect>
                  </a14:imgLayer>
                </a14:imgProps>
              </a:ext>
            </a:extLst>
          </a:blip>
          <a:srcRect t="34922" b="49380"/>
          <a:stretch/>
        </p:blipFill>
        <p:spPr>
          <a:xfrm>
            <a:off x="5699227" y="3598607"/>
            <a:ext cx="4116849" cy="914399"/>
          </a:xfrm>
          <a:prstGeom prst="rect">
            <a:avLst/>
          </a:prstGeom>
        </p:spPr>
      </p:pic>
      <p:pic>
        <p:nvPicPr>
          <p:cNvPr id="7" name="Picture 6" descr="A white star and trees on a blue background&#10;&#10;Description automatically generated">
            <a:extLst>
              <a:ext uri="{FF2B5EF4-FFF2-40B4-BE49-F238E27FC236}">
                <a16:creationId xmlns:a16="http://schemas.microsoft.com/office/drawing/2014/main" id="{8FF5E8C5-8943-259F-931C-1658806067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0177" y1="50609" x2="59877" y2="40820"/>
                        <a14:foregroundMark x1="59877" y1="40820" x2="61161" y2="37207"/>
                        <a14:backgroundMark x1="59263" y1="50781" x2="59487" y2="54395"/>
                        <a14:backgroundMark x1="59096" y1="53809" x2="59654" y2="538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40233" y="-190910"/>
            <a:ext cx="7772400" cy="4441371"/>
          </a:xfrm>
          <a:prstGeom prst="rect">
            <a:avLst/>
          </a:prstGeom>
        </p:spPr>
      </p:pic>
      <p:pic>
        <p:nvPicPr>
          <p:cNvPr id="8" name="Picture 7" descr="A white star and blue water&#10;&#10;Description automatically generated">
            <a:extLst>
              <a:ext uri="{FF2B5EF4-FFF2-40B4-BE49-F238E27FC236}">
                <a16:creationId xmlns:a16="http://schemas.microsoft.com/office/drawing/2014/main" id="{AE448ABA-F78A-7583-8541-2F54BFD9BC6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66629" y1="63477" x2="66629" y2="61816"/>
                        <a14:backgroundMark x1="67243" y1="64844" x2="67076" y2="65234"/>
                        <a14:backgroundMark x1="66499" y1="64811" x2="67355" y2="64941"/>
                        <a14:backgroundMark x1="67355" y1="64941" x2="67243" y2="62988"/>
                        <a14:backgroundMark x1="67020" y1="62793" x2="67355" y2="62793"/>
                        <a14:backgroundMark x1="66016" y1="63477" x2="66016" y2="66140"/>
                        <a14:backgroundMark x1="66071" y1="63379" x2="66016" y2="63672"/>
                        <a14:backgroundMark x1="66183" y1="63086" x2="66183" y2="62402"/>
                        <a14:backgroundMark x1="66183" y1="64551" x2="66127" y2="64453"/>
                        <a14:backgroundMark x1="66127" y1="64648" x2="66853" y2="64551"/>
                      </a14:backgroundRemoval>
                    </a14:imgEffect>
                  </a14:imgLayer>
                </a14:imgProps>
              </a:ext>
            </a:extLst>
          </a:blip>
          <a:srcRect l="64411" t="51452" r="29706" b="31613"/>
          <a:stretch/>
        </p:blipFill>
        <p:spPr>
          <a:xfrm>
            <a:off x="1708148" y="859897"/>
            <a:ext cx="2521975" cy="41490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C55C18-3A20-8F87-38DA-F9AF118AB5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762" b="89754" l="9538" r="89538">
                        <a14:foregroundMark x1="48000" y1="29918" x2="52308" y2="16393"/>
                        <a14:foregroundMark x1="52308" y1="16393" x2="58462" y2="10861"/>
                        <a14:foregroundMark x1="58462" y1="10861" x2="67385" y2="7172"/>
                        <a14:foregroundMark x1="67385" y1="7172" x2="69538" y2="7787"/>
                        <a14:foregroundMark x1="52615" y1="17418" x2="63077" y2="14959"/>
                        <a14:foregroundMark x1="63077" y1="14959" x2="68923" y2="18238"/>
                        <a14:foregroundMark x1="53538" y1="19672" x2="58154" y2="20082"/>
                        <a14:foregroundMark x1="49538" y1="23975" x2="55692" y2="23770"/>
                        <a14:foregroundMark x1="60615" y1="6762" x2="60308" y2="12295"/>
                        <a14:foregroundMark x1="70462" y1="7172" x2="70462" y2="7172"/>
                        <a14:foregroundMark x1="72308" y1="7172" x2="75385" y2="942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004888" y="30303"/>
            <a:ext cx="4757738" cy="71366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98D8C4-2E91-4D44-7B3F-CBCCD84717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556" b="90000" l="10000" r="96438">
                        <a14:foregroundMark x1="89863" y1="44000" x2="96712" y2="41222"/>
                        <a14:foregroundMark x1="65890" y1="40000" x2="73699" y2="22111"/>
                        <a14:foregroundMark x1="73699" y1="22111" x2="80137" y2="15000"/>
                        <a14:foregroundMark x1="80137" y1="15000" x2="85616" y2="18000"/>
                        <a14:foregroundMark x1="80959" y1="20778" x2="89726" y2="25222"/>
                        <a14:foregroundMark x1="89726" y1="25222" x2="93288" y2="31000"/>
                        <a14:foregroundMark x1="85616" y1="29778" x2="88630" y2="35778"/>
                        <a14:foregroundMark x1="35890" y1="50778" x2="36712" y2="41556"/>
                        <a14:foregroundMark x1="36712" y1="41556" x2="42055" y2="38000"/>
                        <a14:foregroundMark x1="25479" y1="43222" x2="26027" y2="34889"/>
                        <a14:foregroundMark x1="26027" y1="34889" x2="35616" y2="31111"/>
                        <a14:foregroundMark x1="35616" y1="31111" x2="44932" y2="34889"/>
                        <a14:foregroundMark x1="44932" y1="34889" x2="45205" y2="35222"/>
                        <a14:foregroundMark x1="26986" y1="47000" x2="27260" y2="40222"/>
                        <a14:foregroundMark x1="29178" y1="48556" x2="30411" y2="41222"/>
                        <a14:foregroundMark x1="36301" y1="29556" x2="31781" y2="21111"/>
                        <a14:foregroundMark x1="31781" y1="21111" x2="32603" y2="11667"/>
                        <a14:foregroundMark x1="32603" y1="11667" x2="43151" y2="10111"/>
                        <a14:foregroundMark x1="43151" y1="10111" x2="49178" y2="16889"/>
                        <a14:foregroundMark x1="49178" y1="16889" x2="41096" y2="22556"/>
                        <a14:foregroundMark x1="41096" y1="22556" x2="38767" y2="29000"/>
                        <a14:foregroundMark x1="26986" y1="17000" x2="29178" y2="7889"/>
                        <a14:foregroundMark x1="29178" y1="7889" x2="39863" y2="7333"/>
                        <a14:foregroundMark x1="39863" y1="7333" x2="43014" y2="10000"/>
                        <a14:foregroundMark x1="50685" y1="19222" x2="55479" y2="9778"/>
                        <a14:foregroundMark x1="55479" y1="9778" x2="62055" y2="3000"/>
                        <a14:foregroundMark x1="62055" y1="3000" x2="73562" y2="2556"/>
                        <a14:foregroundMark x1="73562" y1="2556" x2="64795" y2="8556"/>
                        <a14:foregroundMark x1="64795" y1="8556" x2="60274" y2="16222"/>
                        <a14:foregroundMark x1="60274" y1="16222" x2="68767" y2="21333"/>
                        <a14:foregroundMark x1="68767" y1="21333" x2="60274" y2="26667"/>
                        <a14:foregroundMark x1="60274" y1="26667" x2="60274" y2="28222"/>
                        <a14:foregroundMark x1="78493" y1="39556" x2="78219" y2="34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39901" y="398462"/>
            <a:ext cx="4635500" cy="571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09322E-7F5D-1DA5-80F9-781C7ED73A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backgroundMark x1="51471" y1="57516" x2="57026" y2="54412"/>
                        <a14:backgroundMark x1="57026" y1="54412" x2="55719" y2="54412"/>
                        <a14:backgroundMark x1="46732" y1="41340" x2="46242" y2="4052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11539" y="744539"/>
            <a:ext cx="8007310" cy="80073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5DC353-36A6-4EDD-4182-306EE4AF649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6593" b="96860" l="10000" r="90000">
                        <a14:foregroundMark x1="48941" y1="78022" x2="50436" y2="78244"/>
                        <a14:foregroundMark x1="59369" y1="81769" x2="59176" y2="77394"/>
                        <a14:foregroundMark x1="59176" y1="77394" x2="55819" y2="74033"/>
                        <a14:foregroundMark x1="49765" y1="16170" x2="56824" y2="6750"/>
                        <a14:foregroundMark x1="48941" y1="16484" x2="48941" y2="21978"/>
                        <a14:foregroundMark x1="51176" y1="21193" x2="55882" y2="16641"/>
                        <a14:foregroundMark x1="55882" y1="16641" x2="55529" y2="24176"/>
                        <a14:foregroundMark x1="51647" y1="23705" x2="51647" y2="28414"/>
                        <a14:foregroundMark x1="52235" y1="22606" x2="51176" y2="28414"/>
                        <a14:foregroundMark x1="41412" y1="37834" x2="45765" y2="36107"/>
                        <a14:foregroundMark x1="48706" y1="96860" x2="49294" y2="96546"/>
                        <a14:backgroundMark x1="49765" y1="79435" x2="55529" y2="81319"/>
                        <a14:backgroundMark x1="55529" y1="81319" x2="60118" y2="85714"/>
                        <a14:backgroundMark x1="54706" y1="71900" x2="49529" y2="75510"/>
                        <a14:backgroundMark x1="49529" y1="75510" x2="55294" y2="73626"/>
                        <a14:backgroundMark x1="55294" y1="73626" x2="53294" y2="729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53210" y="1600200"/>
            <a:ext cx="7090994" cy="53057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68F295-3102-F198-72D3-0279C48A0C8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56800" y="4735384"/>
            <a:ext cx="1422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55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12A84A-ED01-D857-A0DA-254BE6832C7E}"/>
              </a:ext>
            </a:extLst>
          </p:cNvPr>
          <p:cNvSpPr/>
          <p:nvPr/>
        </p:nvSpPr>
        <p:spPr>
          <a:xfrm>
            <a:off x="522543" y="620141"/>
            <a:ext cx="10353368" cy="54864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EA703F-9DBD-B790-7E93-B8D41E3958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38" b="89888" l="1587" r="95767">
                        <a14:foregroundMark x1="3175" y1="45318" x2="3704" y2="44195"/>
                        <a14:foregroundMark x1="88360" y1="41573" x2="96296" y2="45318"/>
                        <a14:foregroundMark x1="4233" y1="44195" x2="4762" y2="45693"/>
                        <a14:foregroundMark x1="1771" y1="45709" x2="2116" y2="46442"/>
                        <a14:backgroundMark x1="0" y1="46442" x2="2646" y2="44195"/>
                        <a14:backgroundMark x1="2116" y1="46442" x2="2646" y2="47566"/>
                      </a14:backgroundRemoval>
                    </a14:imgEffect>
                  </a14:imgLayer>
                </a14:imgProps>
              </a:ext>
            </a:extLst>
          </a:blip>
          <a:srcRect l="4587" t="34922" b="49380"/>
          <a:stretch/>
        </p:blipFill>
        <p:spPr>
          <a:xfrm>
            <a:off x="4125151" y="4208919"/>
            <a:ext cx="6038227" cy="1016791"/>
          </a:xfrm>
          <a:prstGeom prst="rect">
            <a:avLst/>
          </a:prstGeom>
        </p:spPr>
      </p:pic>
      <p:sp>
        <p:nvSpPr>
          <p:cNvPr id="9" name="5-Point Star 8">
            <a:extLst>
              <a:ext uri="{FF2B5EF4-FFF2-40B4-BE49-F238E27FC236}">
                <a16:creationId xmlns:a16="http://schemas.microsoft.com/office/drawing/2014/main" id="{37BA2D7D-286C-3A56-C80B-18A76D2EF859}"/>
              </a:ext>
            </a:extLst>
          </p:cNvPr>
          <p:cNvSpPr/>
          <p:nvPr/>
        </p:nvSpPr>
        <p:spPr>
          <a:xfrm>
            <a:off x="4595249" y="1721519"/>
            <a:ext cx="2293986" cy="2245796"/>
          </a:xfrm>
          <a:prstGeom prst="star5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white star and trees on a blue background&#10;&#10;Description automatically generated">
            <a:extLst>
              <a:ext uri="{FF2B5EF4-FFF2-40B4-BE49-F238E27FC236}">
                <a16:creationId xmlns:a16="http://schemas.microsoft.com/office/drawing/2014/main" id="{106AF63C-F7B7-6A49-785F-DA2243AA472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0177" y1="50609" x2="59877" y2="40820"/>
                        <a14:foregroundMark x1="59877" y1="40820" x2="61161" y2="37207"/>
                        <a14:backgroundMark x1="59263" y1="50781" x2="59487" y2="54395"/>
                        <a14:backgroundMark x1="59096" y1="53809" x2="59654" y2="53809"/>
                      </a14:backgroundRemoval>
                    </a14:imgEffect>
                  </a14:imgLayer>
                </a14:imgProps>
              </a:ext>
            </a:extLst>
          </a:blip>
          <a:srcRect l="55611" t="27685" r="33953" b="42097"/>
          <a:stretch/>
        </p:blipFill>
        <p:spPr>
          <a:xfrm>
            <a:off x="7200101" y="2536723"/>
            <a:ext cx="1240699" cy="2052794"/>
          </a:xfrm>
          <a:prstGeom prst="rect">
            <a:avLst/>
          </a:prstGeom>
        </p:spPr>
      </p:pic>
      <p:pic>
        <p:nvPicPr>
          <p:cNvPr id="11" name="Picture 10" descr="A white star and trees on a blue background&#10;&#10;Description automatically generated">
            <a:extLst>
              <a:ext uri="{FF2B5EF4-FFF2-40B4-BE49-F238E27FC236}">
                <a16:creationId xmlns:a16="http://schemas.microsoft.com/office/drawing/2014/main" id="{207CF93F-D3AB-E71D-7DED-635EDDF15F3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60177" y1="50609" x2="59877" y2="40820"/>
                        <a14:foregroundMark x1="59877" y1="40820" x2="61161" y2="37207"/>
                        <a14:backgroundMark x1="59263" y1="50781" x2="59487" y2="54395"/>
                        <a14:backgroundMark x1="59096" y1="53809" x2="59654" y2="53809"/>
                      </a14:backgroundRemoval>
                    </a14:imgEffect>
                  </a14:imgLayer>
                </a14:imgProps>
              </a:ext>
            </a:extLst>
          </a:blip>
          <a:srcRect l="55611" t="27685" r="33953" b="42097"/>
          <a:stretch/>
        </p:blipFill>
        <p:spPr>
          <a:xfrm>
            <a:off x="8780363" y="3020265"/>
            <a:ext cx="888438" cy="14699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51A34C-654A-7DFA-12E3-DAA1477519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38" b="89888" l="1587" r="95767">
                        <a14:foregroundMark x1="3175" y1="45318" x2="3704" y2="44195"/>
                        <a14:foregroundMark x1="88360" y1="41573" x2="96296" y2="45318"/>
                        <a14:foregroundMark x1="4233" y1="44195" x2="4762" y2="45693"/>
                        <a14:foregroundMark x1="1771" y1="45709" x2="2116" y2="46442"/>
                        <a14:backgroundMark x1="0" y1="46442" x2="2646" y2="44195"/>
                        <a14:backgroundMark x1="2116" y1="46442" x2="2646" y2="47566"/>
                      </a14:backgroundRemoval>
                    </a14:imgEffect>
                  </a14:imgLayer>
                </a14:imgProps>
              </a:ext>
            </a:extLst>
          </a:blip>
          <a:srcRect l="52134" t="34922" b="49380"/>
          <a:stretch/>
        </p:blipFill>
        <p:spPr>
          <a:xfrm>
            <a:off x="1316089" y="4262284"/>
            <a:ext cx="3029215" cy="1016791"/>
          </a:xfrm>
          <a:prstGeom prst="rect">
            <a:avLst/>
          </a:prstGeom>
        </p:spPr>
      </p:pic>
      <p:pic>
        <p:nvPicPr>
          <p:cNvPr id="13" name="Picture 12" descr="A white star and trees on a blue background&#10;&#10;Description automatically generated">
            <a:extLst>
              <a:ext uri="{FF2B5EF4-FFF2-40B4-BE49-F238E27FC236}">
                <a16:creationId xmlns:a16="http://schemas.microsoft.com/office/drawing/2014/main" id="{AF037746-0EBB-2CD1-5724-29535E72557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60177" y1="50609" x2="59877" y2="40820"/>
                        <a14:foregroundMark x1="59877" y1="40820" x2="61161" y2="37207"/>
                        <a14:backgroundMark x1="59263" y1="50781" x2="59487" y2="54395"/>
                        <a14:backgroundMark x1="59096" y1="53809" x2="59654" y2="53809"/>
                      </a14:backgroundRemoval>
                    </a14:imgEffect>
                  </a14:imgLayer>
                </a14:imgProps>
              </a:ext>
            </a:extLst>
          </a:blip>
          <a:srcRect l="55611" t="27685" r="33953" b="42097"/>
          <a:stretch/>
        </p:blipFill>
        <p:spPr>
          <a:xfrm>
            <a:off x="2872671" y="2536723"/>
            <a:ext cx="1240699" cy="2052794"/>
          </a:xfrm>
          <a:prstGeom prst="rect">
            <a:avLst/>
          </a:prstGeom>
        </p:spPr>
      </p:pic>
      <p:pic>
        <p:nvPicPr>
          <p:cNvPr id="14" name="Picture 13" descr="A white star and trees on a blue background&#10;&#10;Description automatically generated">
            <a:extLst>
              <a:ext uri="{FF2B5EF4-FFF2-40B4-BE49-F238E27FC236}">
                <a16:creationId xmlns:a16="http://schemas.microsoft.com/office/drawing/2014/main" id="{379071A5-F509-4954-5937-A4B5E47C478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60177" y1="50609" x2="59877" y2="40820"/>
                        <a14:foregroundMark x1="59877" y1="40820" x2="61161" y2="37207"/>
                        <a14:backgroundMark x1="59263" y1="50781" x2="59487" y2="54395"/>
                        <a14:backgroundMark x1="59096" y1="53809" x2="59654" y2="53809"/>
                      </a14:backgroundRemoval>
                    </a14:imgEffect>
                  </a14:imgLayer>
                </a14:imgProps>
              </a:ext>
            </a:extLst>
          </a:blip>
          <a:srcRect l="55611" t="27685" r="33953" b="42097"/>
          <a:stretch/>
        </p:blipFill>
        <p:spPr>
          <a:xfrm>
            <a:off x="1534124" y="3020264"/>
            <a:ext cx="888438" cy="146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50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12A84A-ED01-D857-A0DA-254BE6832C7E}"/>
              </a:ext>
            </a:extLst>
          </p:cNvPr>
          <p:cNvSpPr/>
          <p:nvPr/>
        </p:nvSpPr>
        <p:spPr>
          <a:xfrm>
            <a:off x="522543" y="620141"/>
            <a:ext cx="10353368" cy="54864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EA703F-9DBD-B790-7E93-B8D41E3958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38" b="89888" l="1587" r="95767">
                        <a14:foregroundMark x1="3175" y1="45318" x2="3704" y2="44195"/>
                        <a14:foregroundMark x1="88360" y1="41573" x2="96296" y2="45318"/>
                        <a14:foregroundMark x1="4233" y1="44195" x2="4762" y2="45693"/>
                        <a14:foregroundMark x1="1771" y1="45709" x2="2116" y2="46442"/>
                        <a14:backgroundMark x1="0" y1="46442" x2="2646" y2="44195"/>
                        <a14:backgroundMark x1="2116" y1="46442" x2="2646" y2="47566"/>
                      </a14:backgroundRemoval>
                    </a14:imgEffect>
                  </a14:imgLayer>
                </a14:imgProps>
              </a:ext>
            </a:extLst>
          </a:blip>
          <a:srcRect l="4587" t="34922" b="49380"/>
          <a:stretch/>
        </p:blipFill>
        <p:spPr>
          <a:xfrm>
            <a:off x="4125151" y="4208919"/>
            <a:ext cx="6038227" cy="1016791"/>
          </a:xfrm>
          <a:prstGeom prst="rect">
            <a:avLst/>
          </a:prstGeom>
        </p:spPr>
      </p:pic>
      <p:sp>
        <p:nvSpPr>
          <p:cNvPr id="9" name="5-Point Star 8">
            <a:extLst>
              <a:ext uri="{FF2B5EF4-FFF2-40B4-BE49-F238E27FC236}">
                <a16:creationId xmlns:a16="http://schemas.microsoft.com/office/drawing/2014/main" id="{37BA2D7D-286C-3A56-C80B-18A76D2EF859}"/>
              </a:ext>
            </a:extLst>
          </p:cNvPr>
          <p:cNvSpPr/>
          <p:nvPr/>
        </p:nvSpPr>
        <p:spPr>
          <a:xfrm>
            <a:off x="4595249" y="1721519"/>
            <a:ext cx="2293986" cy="2245796"/>
          </a:xfrm>
          <a:prstGeom prst="star5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white star and trees on a blue background&#10;&#10;Description automatically generated">
            <a:extLst>
              <a:ext uri="{FF2B5EF4-FFF2-40B4-BE49-F238E27FC236}">
                <a16:creationId xmlns:a16="http://schemas.microsoft.com/office/drawing/2014/main" id="{207CF93F-D3AB-E71D-7DED-635EDDF15F3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0177" y1="50609" x2="59877" y2="40820"/>
                        <a14:foregroundMark x1="59877" y1="40820" x2="61161" y2="37207"/>
                        <a14:backgroundMark x1="59263" y1="50781" x2="59487" y2="54395"/>
                        <a14:backgroundMark x1="59096" y1="53809" x2="59654" y2="53809"/>
                      </a14:backgroundRemoval>
                    </a14:imgEffect>
                  </a14:imgLayer>
                </a14:imgProps>
              </a:ext>
            </a:extLst>
          </a:blip>
          <a:srcRect l="55611" t="27685" r="33953" b="42097"/>
          <a:stretch/>
        </p:blipFill>
        <p:spPr>
          <a:xfrm>
            <a:off x="8780363" y="3020265"/>
            <a:ext cx="888438" cy="14699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51A34C-654A-7DFA-12E3-DAA1477519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738" b="89888" l="1587" r="95767">
                        <a14:foregroundMark x1="3175" y1="45318" x2="3704" y2="44195"/>
                        <a14:foregroundMark x1="88360" y1="41573" x2="96296" y2="45318"/>
                        <a14:foregroundMark x1="4233" y1="44195" x2="4762" y2="45693"/>
                        <a14:foregroundMark x1="1771" y1="45709" x2="2116" y2="46442"/>
                        <a14:backgroundMark x1="0" y1="46442" x2="2646" y2="44195"/>
                        <a14:backgroundMark x1="2116" y1="46442" x2="2646" y2="47566"/>
                      </a14:backgroundRemoval>
                    </a14:imgEffect>
                  </a14:imgLayer>
                </a14:imgProps>
              </a:ext>
            </a:extLst>
          </a:blip>
          <a:srcRect l="52134" t="34922" b="49380"/>
          <a:stretch/>
        </p:blipFill>
        <p:spPr>
          <a:xfrm>
            <a:off x="1316089" y="4262284"/>
            <a:ext cx="3029215" cy="10167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6767CB-DC07-C194-2D4D-2F78191EE7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762" b="89754" l="9538" r="89538">
                        <a14:foregroundMark x1="48000" y1="29918" x2="52308" y2="16393"/>
                        <a14:foregroundMark x1="52308" y1="16393" x2="58462" y2="10861"/>
                        <a14:foregroundMark x1="58462" y1="10861" x2="67385" y2="7172"/>
                        <a14:foregroundMark x1="67385" y1="7172" x2="69538" y2="7787"/>
                        <a14:foregroundMark x1="52615" y1="17418" x2="63077" y2="14959"/>
                        <a14:foregroundMark x1="63077" y1="14959" x2="68923" y2="18238"/>
                        <a14:foregroundMark x1="53538" y1="19672" x2="58154" y2="20082"/>
                        <a14:foregroundMark x1="49538" y1="23975" x2="55692" y2="23770"/>
                        <a14:foregroundMark x1="60615" y1="6762" x2="60308" y2="12295"/>
                        <a14:foregroundMark x1="70462" y1="7172" x2="70462" y2="7172"/>
                        <a14:foregroundMark x1="72308" y1="7172" x2="75385" y2="942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18549" y="2438852"/>
            <a:ext cx="1367583" cy="20513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A6B1400-DAD8-4959-C320-A35F81FBC3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593" b="96860" l="10000" r="90000">
                        <a14:foregroundMark x1="48941" y1="78022" x2="50436" y2="78244"/>
                        <a14:foregroundMark x1="59369" y1="81769" x2="59176" y2="77394"/>
                        <a14:foregroundMark x1="59176" y1="77394" x2="55819" y2="74033"/>
                        <a14:foregroundMark x1="49765" y1="16170" x2="56824" y2="6750"/>
                        <a14:foregroundMark x1="48941" y1="16484" x2="48941" y2="21978"/>
                        <a14:foregroundMark x1="51176" y1="21193" x2="55882" y2="16641"/>
                        <a14:foregroundMark x1="55882" y1="16641" x2="55529" y2="24176"/>
                        <a14:foregroundMark x1="51647" y1="23705" x2="51647" y2="28414"/>
                        <a14:foregroundMark x1="52235" y1="22606" x2="51176" y2="28414"/>
                        <a14:foregroundMark x1="41412" y1="37834" x2="45765" y2="36107"/>
                        <a14:foregroundMark x1="48706" y1="96860" x2="49294" y2="96546"/>
                        <a14:backgroundMark x1="49765" y1="79435" x2="55529" y2="81319"/>
                        <a14:backgroundMark x1="55529" y1="81319" x2="60118" y2="85714"/>
                        <a14:backgroundMark x1="54706" y1="71900" x2="49529" y2="75510"/>
                        <a14:backgroundMark x1="49529" y1="75510" x2="55294" y2="73626"/>
                        <a14:backgroundMark x1="55294" y1="73626" x2="53294" y2="729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4639" y="2438852"/>
            <a:ext cx="2521729" cy="1886847"/>
          </a:xfrm>
          <a:prstGeom prst="rect">
            <a:avLst/>
          </a:prstGeom>
        </p:spPr>
      </p:pic>
      <p:pic>
        <p:nvPicPr>
          <p:cNvPr id="17" name="Picture 16" descr="A white star and trees on a blue background&#10;&#10;Description automatically generated">
            <a:extLst>
              <a:ext uri="{FF2B5EF4-FFF2-40B4-BE49-F238E27FC236}">
                <a16:creationId xmlns:a16="http://schemas.microsoft.com/office/drawing/2014/main" id="{E384D290-25B0-E57E-0FDB-4B34C8865F4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60177" y1="50609" x2="59877" y2="40820"/>
                        <a14:foregroundMark x1="59877" y1="40820" x2="61161" y2="37207"/>
                        <a14:backgroundMark x1="59263" y1="50781" x2="59487" y2="54395"/>
                        <a14:backgroundMark x1="59096" y1="53809" x2="59654" y2="53809"/>
                      </a14:backgroundRemoval>
                    </a14:imgEffect>
                  </a14:imgLayer>
                </a14:imgProps>
              </a:ext>
            </a:extLst>
          </a:blip>
          <a:srcRect l="55611" t="27685" r="33953" b="42097"/>
          <a:stretch/>
        </p:blipFill>
        <p:spPr>
          <a:xfrm>
            <a:off x="1517578" y="3067376"/>
            <a:ext cx="888438" cy="146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92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12A84A-ED01-D857-A0DA-254BE6832C7E}"/>
              </a:ext>
            </a:extLst>
          </p:cNvPr>
          <p:cNvSpPr/>
          <p:nvPr/>
        </p:nvSpPr>
        <p:spPr>
          <a:xfrm>
            <a:off x="522543" y="620141"/>
            <a:ext cx="10353368" cy="54864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EA703F-9DBD-B790-7E93-B8D41E3958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38" b="89888" l="1587" r="95767">
                        <a14:foregroundMark x1="3175" y1="45318" x2="3704" y2="44195"/>
                        <a14:foregroundMark x1="88360" y1="41573" x2="96296" y2="45318"/>
                        <a14:foregroundMark x1="4233" y1="44195" x2="4762" y2="45693"/>
                        <a14:foregroundMark x1="1771" y1="45709" x2="2116" y2="46442"/>
                        <a14:backgroundMark x1="0" y1="46442" x2="2646" y2="44195"/>
                        <a14:backgroundMark x1="2116" y1="46442" x2="2646" y2="47566"/>
                      </a14:backgroundRemoval>
                    </a14:imgEffect>
                    <a14:imgEffect>
                      <a14:colorTemperature colorTemp="3921"/>
                    </a14:imgEffect>
                  </a14:imgLayer>
                </a14:imgProps>
              </a:ext>
            </a:extLst>
          </a:blip>
          <a:srcRect l="4587" t="34922" b="49380"/>
          <a:stretch/>
        </p:blipFill>
        <p:spPr>
          <a:xfrm>
            <a:off x="4125151" y="4208919"/>
            <a:ext cx="6038227" cy="1016791"/>
          </a:xfrm>
          <a:prstGeom prst="rect">
            <a:avLst/>
          </a:prstGeom>
        </p:spPr>
      </p:pic>
      <p:sp>
        <p:nvSpPr>
          <p:cNvPr id="9" name="5-Point Star 8">
            <a:extLst>
              <a:ext uri="{FF2B5EF4-FFF2-40B4-BE49-F238E27FC236}">
                <a16:creationId xmlns:a16="http://schemas.microsoft.com/office/drawing/2014/main" id="{37BA2D7D-286C-3A56-C80B-18A76D2EF859}"/>
              </a:ext>
            </a:extLst>
          </p:cNvPr>
          <p:cNvSpPr/>
          <p:nvPr/>
        </p:nvSpPr>
        <p:spPr>
          <a:xfrm>
            <a:off x="4595249" y="1721519"/>
            <a:ext cx="2293986" cy="2245796"/>
          </a:xfrm>
          <a:prstGeom prst="star5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51A34C-654A-7DFA-12E3-DAA1477519B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38" b="89888" l="1587" r="95767">
                        <a14:foregroundMark x1="3175" y1="45318" x2="3704" y2="44195"/>
                        <a14:foregroundMark x1="88360" y1="41573" x2="96296" y2="45318"/>
                        <a14:foregroundMark x1="4233" y1="44195" x2="4762" y2="45693"/>
                        <a14:foregroundMark x1="1771" y1="45709" x2="2116" y2="46442"/>
                        <a14:backgroundMark x1="0" y1="46442" x2="2646" y2="44195"/>
                        <a14:backgroundMark x1="2116" y1="46442" x2="2646" y2="47566"/>
                      </a14:backgroundRemoval>
                    </a14:imgEffect>
                  </a14:imgLayer>
                </a14:imgProps>
              </a:ext>
            </a:extLst>
          </a:blip>
          <a:srcRect l="52134" t="34922" b="49380"/>
          <a:stretch/>
        </p:blipFill>
        <p:spPr>
          <a:xfrm>
            <a:off x="1316089" y="4262284"/>
            <a:ext cx="3029215" cy="1016791"/>
          </a:xfrm>
          <a:prstGeom prst="rect">
            <a:avLst/>
          </a:prstGeom>
        </p:spPr>
      </p:pic>
      <p:pic>
        <p:nvPicPr>
          <p:cNvPr id="5" name="Picture 4" descr="A white star and blue water&#10;&#10;Description automatically generated">
            <a:extLst>
              <a:ext uri="{FF2B5EF4-FFF2-40B4-BE49-F238E27FC236}">
                <a16:creationId xmlns:a16="http://schemas.microsoft.com/office/drawing/2014/main" id="{14732D93-801E-D331-FE3F-D2345A82F8F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66629" y1="63477" x2="66629" y2="61816"/>
                        <a14:backgroundMark x1="67243" y1="64844" x2="67076" y2="65234"/>
                        <a14:backgroundMark x1="66499" y1="64811" x2="67355" y2="64941"/>
                        <a14:backgroundMark x1="67355" y1="64941" x2="67243" y2="62988"/>
                        <a14:backgroundMark x1="67020" y1="62793" x2="67355" y2="62793"/>
                        <a14:backgroundMark x1="66016" y1="63477" x2="66016" y2="66140"/>
                        <a14:backgroundMark x1="66071" y1="63379" x2="66016" y2="63672"/>
                        <a14:backgroundMark x1="66183" y1="63086" x2="66183" y2="62402"/>
                        <a14:backgroundMark x1="66183" y1="64551" x2="66127" y2="64453"/>
                        <a14:backgroundMark x1="66127" y1="64648" x2="66853" y2="64551"/>
                      </a14:backgroundRemoval>
                    </a14:imgEffect>
                  </a14:imgLayer>
                </a14:imgProps>
              </a:ext>
            </a:extLst>
          </a:blip>
          <a:srcRect l="64411" t="51452" r="29706" b="31613"/>
          <a:stretch/>
        </p:blipFill>
        <p:spPr>
          <a:xfrm>
            <a:off x="8849018" y="2844417"/>
            <a:ext cx="1164175" cy="1915254"/>
          </a:xfrm>
          <a:prstGeom prst="rect">
            <a:avLst/>
          </a:prstGeom>
        </p:spPr>
      </p:pic>
      <p:pic>
        <p:nvPicPr>
          <p:cNvPr id="6" name="Picture 5" descr="A white star and blue water&#10;&#10;Description automatically generated">
            <a:extLst>
              <a:ext uri="{FF2B5EF4-FFF2-40B4-BE49-F238E27FC236}">
                <a16:creationId xmlns:a16="http://schemas.microsoft.com/office/drawing/2014/main" id="{24BD3893-5309-5FED-B72C-392223D064B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66629" y1="63477" x2="66629" y2="61816"/>
                        <a14:backgroundMark x1="67243" y1="64844" x2="67076" y2="65234"/>
                        <a14:backgroundMark x1="66499" y1="64811" x2="67355" y2="64941"/>
                        <a14:backgroundMark x1="67355" y1="64941" x2="67243" y2="62988"/>
                        <a14:backgroundMark x1="67020" y1="62793" x2="67355" y2="62793"/>
                        <a14:backgroundMark x1="66016" y1="63477" x2="66016" y2="66140"/>
                        <a14:backgroundMark x1="66071" y1="63379" x2="66016" y2="63672"/>
                        <a14:backgroundMark x1="66183" y1="63086" x2="66183" y2="62402"/>
                        <a14:backgroundMark x1="66183" y1="64551" x2="66127" y2="64453"/>
                        <a14:backgroundMark x1="66127" y1="64648" x2="66853" y2="64551"/>
                      </a14:backgroundRemoval>
                    </a14:imgEffect>
                  </a14:imgLayer>
                </a14:imgProps>
              </a:ext>
            </a:extLst>
          </a:blip>
          <a:srcRect l="64411" t="51452" r="29706" b="31613"/>
          <a:stretch/>
        </p:blipFill>
        <p:spPr>
          <a:xfrm>
            <a:off x="7207966" y="2216102"/>
            <a:ext cx="1641052" cy="2699793"/>
          </a:xfrm>
          <a:prstGeom prst="rect">
            <a:avLst/>
          </a:prstGeom>
        </p:spPr>
      </p:pic>
      <p:pic>
        <p:nvPicPr>
          <p:cNvPr id="8" name="Picture 7" descr="A white star and blue water&#10;&#10;Description automatically generated">
            <a:extLst>
              <a:ext uri="{FF2B5EF4-FFF2-40B4-BE49-F238E27FC236}">
                <a16:creationId xmlns:a16="http://schemas.microsoft.com/office/drawing/2014/main" id="{8B5DD121-48C8-47D8-E2AA-F106C7574CC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66629" y1="63477" x2="66629" y2="61816"/>
                        <a14:backgroundMark x1="67243" y1="64844" x2="67076" y2="65234"/>
                        <a14:backgroundMark x1="66499" y1="64811" x2="67355" y2="64941"/>
                        <a14:backgroundMark x1="67355" y1="64941" x2="67243" y2="62988"/>
                        <a14:backgroundMark x1="67020" y1="62793" x2="67355" y2="62793"/>
                        <a14:backgroundMark x1="66016" y1="63477" x2="66016" y2="66140"/>
                        <a14:backgroundMark x1="66071" y1="63379" x2="66016" y2="63672"/>
                        <a14:backgroundMark x1="66183" y1="63086" x2="66183" y2="62402"/>
                        <a14:backgroundMark x1="66183" y1="64551" x2="66127" y2="64453"/>
                        <a14:backgroundMark x1="66127" y1="64648" x2="66853" y2="64551"/>
                      </a14:backgroundRemoval>
                    </a14:imgEffect>
                  </a14:imgLayer>
                </a14:imgProps>
              </a:ext>
            </a:extLst>
          </a:blip>
          <a:srcRect l="64411" t="51452" r="29706" b="31613"/>
          <a:stretch/>
        </p:blipFill>
        <p:spPr>
          <a:xfrm>
            <a:off x="1514864" y="2855425"/>
            <a:ext cx="1164175" cy="1915254"/>
          </a:xfrm>
          <a:prstGeom prst="rect">
            <a:avLst/>
          </a:prstGeom>
        </p:spPr>
      </p:pic>
      <p:pic>
        <p:nvPicPr>
          <p:cNvPr id="15" name="Picture 14" descr="A white star and blue water&#10;&#10;Description automatically generated">
            <a:extLst>
              <a:ext uri="{FF2B5EF4-FFF2-40B4-BE49-F238E27FC236}">
                <a16:creationId xmlns:a16="http://schemas.microsoft.com/office/drawing/2014/main" id="{63921D80-4F7B-9854-D303-6E5D1E702FB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66629" y1="63477" x2="66629" y2="61816"/>
                        <a14:backgroundMark x1="67243" y1="64844" x2="67076" y2="65234"/>
                        <a14:backgroundMark x1="66499" y1="64811" x2="67355" y2="64941"/>
                        <a14:backgroundMark x1="67355" y1="64941" x2="67243" y2="62988"/>
                        <a14:backgroundMark x1="67020" y1="62793" x2="67355" y2="62793"/>
                        <a14:backgroundMark x1="66016" y1="63477" x2="66016" y2="66140"/>
                        <a14:backgroundMark x1="66071" y1="63379" x2="66016" y2="63672"/>
                        <a14:backgroundMark x1="66183" y1="63086" x2="66183" y2="62402"/>
                        <a14:backgroundMark x1="66183" y1="64551" x2="66127" y2="64453"/>
                        <a14:backgroundMark x1="66127" y1="64648" x2="66853" y2="64551"/>
                      </a14:backgroundRemoval>
                    </a14:imgEffect>
                  </a14:imgLayer>
                </a14:imgProps>
              </a:ext>
            </a:extLst>
          </a:blip>
          <a:srcRect l="64411" t="51452" r="29706" b="31613"/>
          <a:stretch/>
        </p:blipFill>
        <p:spPr>
          <a:xfrm>
            <a:off x="2838405" y="2216102"/>
            <a:ext cx="1641052" cy="269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48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tar and blue waves&#10;&#10;Description automatically generated">
            <a:extLst>
              <a:ext uri="{FF2B5EF4-FFF2-40B4-BE49-F238E27FC236}">
                <a16:creationId xmlns:a16="http://schemas.microsoft.com/office/drawing/2014/main" id="{8126A229-9A88-4068-D92B-2056C2924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77800"/>
            <a:ext cx="7772400" cy="444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45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tar and trees on a blue background&#10;&#10;Description automatically generated">
            <a:extLst>
              <a:ext uri="{FF2B5EF4-FFF2-40B4-BE49-F238E27FC236}">
                <a16:creationId xmlns:a16="http://schemas.microsoft.com/office/drawing/2014/main" id="{8AB30730-143C-5A42-5796-A25987AC0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77800"/>
            <a:ext cx="7772400" cy="444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140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tar and blue water&#10;&#10;Description automatically generated">
            <a:extLst>
              <a:ext uri="{FF2B5EF4-FFF2-40B4-BE49-F238E27FC236}">
                <a16:creationId xmlns:a16="http://schemas.microsoft.com/office/drawing/2014/main" id="{C30FBB32-EE70-3AAA-73D1-D9840E6B0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77800"/>
            <a:ext cx="7772400" cy="444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672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tar and trees on a blue background&#10;&#10;Description automatically generated">
            <a:extLst>
              <a:ext uri="{FF2B5EF4-FFF2-40B4-BE49-F238E27FC236}">
                <a16:creationId xmlns:a16="http://schemas.microsoft.com/office/drawing/2014/main" id="{A5EC5B38-B001-9024-4FDB-FE980EC2B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77800"/>
            <a:ext cx="7772400" cy="444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794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tar and a bird with trees and water&#10;&#10;Description automatically generated">
            <a:extLst>
              <a:ext uri="{FF2B5EF4-FFF2-40B4-BE49-F238E27FC236}">
                <a16:creationId xmlns:a16="http://schemas.microsoft.com/office/drawing/2014/main" id="{01D68780-B42E-1ADB-AB34-121B3A11D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77800"/>
            <a:ext cx="7772400" cy="444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0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1611</TotalTime>
  <Words>0</Words>
  <Application>Microsoft Macintosh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 Arnosti</dc:creator>
  <cp:lastModifiedBy>Nick Arnosti</cp:lastModifiedBy>
  <cp:revision>3</cp:revision>
  <dcterms:created xsi:type="dcterms:W3CDTF">2023-10-19T10:19:50Z</dcterms:created>
  <dcterms:modified xsi:type="dcterms:W3CDTF">2023-10-20T13:11:30Z</dcterms:modified>
</cp:coreProperties>
</file>